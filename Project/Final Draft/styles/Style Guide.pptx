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6AD90"/>
    <a:srgbClr val="C2C5AA"/>
    <a:srgbClr val="1E140B"/>
    <a:srgbClr val="3B2916"/>
    <a:srgbClr val="333D29"/>
    <a:srgbClr val="A4AC86"/>
    <a:srgbClr val="293121"/>
    <a:srgbClr val="414833"/>
    <a:srgbClr val="A68A64"/>
    <a:srgbClr val="4A331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80" d="100"/>
          <a:sy n="80" d="100"/>
        </p:scale>
        <p:origin x="72" y="28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BE759D-C240-7A84-4AC8-7514EB3D70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8DA1A1-E98D-7495-170F-75D94F9A6B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317996-D46F-1148-63B6-8FB58CA078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A929A-1AB2-4C1A-A849-C124CAE4FD61}" type="datetimeFigureOut">
              <a:rPr lang="en-CA" smtClean="0"/>
              <a:t>2025-07-17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EF0EA4-DFA4-217B-70F9-0A7DA3F856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1B46A0-4A89-8B33-3EEA-3AB80C602F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8C207-0AEA-4800-B9A9-0288F8089E9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313655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00C8B-31CF-A271-7767-A8222897F5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D7C43B-0485-54FC-060E-771A794A02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71F567-97C9-F347-B354-CA32C2E0C3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A929A-1AB2-4C1A-A849-C124CAE4FD61}" type="datetimeFigureOut">
              <a:rPr lang="en-CA" smtClean="0"/>
              <a:t>2025-07-17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B76872-47E1-6ADE-5CF1-1BF2FA8E69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3914A3-D7C9-7C63-E16F-3C446F8C7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8C207-0AEA-4800-B9A9-0288F8089E9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674225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2E8365-2E3C-EBBF-4E29-FECA332276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1A37D0-EEC4-16D8-0DD7-B239AE2ADE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B7CB01-4174-2621-D5AC-D9900B75C5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A929A-1AB2-4C1A-A849-C124CAE4FD61}" type="datetimeFigureOut">
              <a:rPr lang="en-CA" smtClean="0"/>
              <a:t>2025-07-17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89DDAF-A3C0-A3EA-E50B-D3B4E51A73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9E518C-9A56-5252-52C2-8AEA394BE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8C207-0AEA-4800-B9A9-0288F8089E9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0503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86C3FC-3F4E-CF30-2C93-097EB30916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1B4DBC-27BA-0228-C5D2-7B350ABD4A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7E8CDA-B0F8-D1EC-DED7-44475EAFFA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3E078C-D043-157A-EB8D-09ABF3C44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A929A-1AB2-4C1A-A849-C124CAE4FD61}" type="datetimeFigureOut">
              <a:rPr lang="en-CA" smtClean="0"/>
              <a:t>2025-07-17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FBDAA0-FE46-6E05-6431-E03A063514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459639-2F7B-DACD-570F-060FAB358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8C207-0AEA-4800-B9A9-0288F8089E9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736525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BDBE6A-1154-C39A-386E-72F966EACF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C0ADE1-3F4A-F43E-1B03-47C74532F1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0AD8A2-BE43-8383-F007-1A9EC71D6E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BB54CAF-7125-C143-BF14-36D49B52AAF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E0D9318-14F4-CDE1-E4B7-130ABB3AB5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8353B90-ADEE-E199-C89B-36DBE6AFB7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A929A-1AB2-4C1A-A849-C124CAE4FD61}" type="datetimeFigureOut">
              <a:rPr lang="en-CA" smtClean="0"/>
              <a:t>2025-07-17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42F7107-12EE-F6A4-2A34-CC995D8B0B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727232D-886E-5C41-2EFB-A660EE382F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8C207-0AEA-4800-B9A9-0288F8089E9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5722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86AE8D-B8A5-E351-F56B-B8FBDB765B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27E0BB2-5E28-8CD8-3BA4-A2A88373E6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A929A-1AB2-4C1A-A849-C124CAE4FD61}" type="datetimeFigureOut">
              <a:rPr lang="en-CA" smtClean="0"/>
              <a:t>2025-07-17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1F58EA-B12F-BDF7-7EEA-BAB8830BD5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A7D93A-FB52-9B24-2FA5-7BA85D384C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8C207-0AEA-4800-B9A9-0288F8089E9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968353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3824E46-0EDE-ACD1-AEF7-AC229D001D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A929A-1AB2-4C1A-A849-C124CAE4FD61}" type="datetimeFigureOut">
              <a:rPr lang="en-CA" smtClean="0"/>
              <a:t>2025-07-17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339E383-9EF4-0BB6-045E-96D40850FB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A1327F-8FF5-A36E-C833-A6E9DCA78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8C207-0AEA-4800-B9A9-0288F8089E9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327452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544A76-D98C-6BD7-37D8-F62F1577FD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417990-3AA3-678B-4916-D9E628C8D4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5DF8B0-16AE-3944-13AE-D81498961E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2810E6-AADE-A120-FC1F-4CAE7895AD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A929A-1AB2-4C1A-A849-C124CAE4FD61}" type="datetimeFigureOut">
              <a:rPr lang="en-CA" smtClean="0"/>
              <a:t>2025-07-17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3CC8BF-93E9-5DD3-8B31-D8EB1F466B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A5FEF6-A1F3-518D-97FA-AEE33066B8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8C207-0AEA-4800-B9A9-0288F8089E9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158626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86C38-BFD9-DA46-ECDF-3E9C0567BC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F74EA1E-453B-D8F6-EDCB-71325DF97C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3FEBEC-5840-DEBB-3EBD-6F9D29874C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49421A-D337-EB6B-277B-C94ACDBC96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A929A-1AB2-4C1A-A849-C124CAE4FD61}" type="datetimeFigureOut">
              <a:rPr lang="en-CA" smtClean="0"/>
              <a:t>2025-07-17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5705C4-C505-FBE4-7F8B-21872ED91C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7D9F4B-0F65-1A52-D132-1FDFD54598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8C207-0AEA-4800-B9A9-0288F8089E9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072434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CEBBD9-8A85-4D59-A340-5C1C839DC5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9CA08C-601F-4FA5-A262-74CC89E114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79AEC8-CB43-2C35-8CAD-FE8D111315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A929A-1AB2-4C1A-A849-C124CAE4FD61}" type="datetimeFigureOut">
              <a:rPr lang="en-CA" smtClean="0"/>
              <a:t>2025-07-17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7EA9CC-0F17-BAC2-18EF-8DCB33CAB2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1BA248-5164-73F6-1173-3352140007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8C207-0AEA-4800-B9A9-0288F8089E9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733374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C542199-9833-7596-B439-2CBA9EFC87B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C6CC95-B2DF-DBE8-FF4C-C3A1094454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2F0583-6B0C-B69F-04FC-88E6AABAED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A929A-1AB2-4C1A-A849-C124CAE4FD61}" type="datetimeFigureOut">
              <a:rPr lang="en-CA" smtClean="0"/>
              <a:t>2025-07-17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815C5B-C94F-4EA6-AE74-2B35398981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F7187F-15BC-3723-6170-E43BD6715A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8C207-0AEA-4800-B9A9-0288F8089E9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525046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98000">
              <a:srgbClr val="333D29"/>
            </a:gs>
            <a:gs pos="74000">
              <a:srgbClr val="A4AC86"/>
            </a:gs>
            <a:gs pos="28000">
              <a:srgbClr val="A68A64"/>
            </a:gs>
            <a:gs pos="0">
              <a:srgbClr val="3B2916"/>
            </a:gs>
            <a:gs pos="53000">
              <a:srgbClr val="C2C5AA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0E27A58-3246-836D-B856-534718664A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F1FEBA-02BE-DA3A-C7C1-7AABA877F5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9E828A-EB89-15C6-F152-42F00F6A4B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13A929A-1AB2-4C1A-A849-C124CAE4FD61}" type="datetimeFigureOut">
              <a:rPr lang="en-CA" smtClean="0"/>
              <a:t>2025-07-17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586E8F-7ED5-1089-F188-DAB80161E8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ACDF87-BE3C-E89D-7EC0-9D060F267E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1A8C207-0AEA-4800-B9A9-0288F8089E9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78627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sv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6319AC-98A5-F741-B000-AADA6E03E05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A" dirty="0" err="1">
                <a:solidFill>
                  <a:srgbClr val="1E140B"/>
                </a:solidFill>
              </a:rPr>
              <a:t>Bookaneers</a:t>
            </a:r>
            <a:br>
              <a:rPr lang="en-CA" dirty="0">
                <a:solidFill>
                  <a:srgbClr val="1E140B"/>
                </a:solidFill>
              </a:rPr>
            </a:br>
            <a:r>
              <a:rPr lang="en-CA" dirty="0">
                <a:solidFill>
                  <a:srgbClr val="1E140B"/>
                </a:solidFill>
              </a:rPr>
              <a:t>Style Guide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D2FDBE2-DEC6-F9F7-A965-6498EA413A0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 dirty="0">
                <a:solidFill>
                  <a:srgbClr val="1E140B"/>
                </a:solidFill>
              </a:rPr>
              <a:t>Project Task List 3</a:t>
            </a:r>
          </a:p>
          <a:p>
            <a:r>
              <a:rPr lang="en-CA" dirty="0">
                <a:solidFill>
                  <a:srgbClr val="1E140B"/>
                </a:solidFill>
              </a:rPr>
              <a:t>Cheyenne Hunsley</a:t>
            </a:r>
          </a:p>
          <a:p>
            <a:r>
              <a:rPr lang="en-CA" dirty="0">
                <a:solidFill>
                  <a:srgbClr val="1E140B"/>
                </a:solidFill>
              </a:rPr>
              <a:t>Mbaye Fall</a:t>
            </a:r>
          </a:p>
        </p:txBody>
      </p:sp>
    </p:spTree>
    <p:extLst>
      <p:ext uri="{BB962C8B-B14F-4D97-AF65-F5344CB8AC3E}">
        <p14:creationId xmlns:p14="http://schemas.microsoft.com/office/powerpoint/2010/main" val="16070030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06C9841-29F4-FE25-FAA0-68BC6CA919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>
                <a:solidFill>
                  <a:srgbClr val="1E140B"/>
                </a:solidFill>
              </a:rPr>
              <a:t>Colour Palette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59383C3C-2658-23A8-E64C-68264F0C4782}"/>
              </a:ext>
            </a:extLst>
          </p:cNvPr>
          <p:cNvSpPr/>
          <p:nvPr/>
        </p:nvSpPr>
        <p:spPr>
          <a:xfrm>
            <a:off x="130847" y="1488915"/>
            <a:ext cx="906703" cy="846669"/>
          </a:xfrm>
          <a:prstGeom prst="ellipse">
            <a:avLst/>
          </a:prstGeom>
          <a:solidFill>
            <a:srgbClr val="29312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67C48CD-2355-A467-75B5-90C3055FC5AD}"/>
              </a:ext>
            </a:extLst>
          </p:cNvPr>
          <p:cNvSpPr txBox="1"/>
          <p:nvPr/>
        </p:nvSpPr>
        <p:spPr>
          <a:xfrm>
            <a:off x="1121832" y="1593724"/>
            <a:ext cx="13292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solidFill>
                  <a:srgbClr val="1E140B"/>
                </a:solidFill>
                <a:latin typeface="Abadi Extra Light" panose="020F0502020204030204" pitchFamily="34" charset="0"/>
              </a:rPr>
              <a:t>Colour Hex:</a:t>
            </a:r>
          </a:p>
          <a:p>
            <a:r>
              <a:rPr lang="en-CA" dirty="0">
                <a:solidFill>
                  <a:srgbClr val="1E140B"/>
                </a:solidFill>
                <a:latin typeface="Abadi Extra Light" panose="020F0502020204030204" pitchFamily="34" charset="0"/>
              </a:rPr>
              <a:t>293121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4194946-FAE9-498B-AE0F-1C187D510A0F}"/>
              </a:ext>
            </a:extLst>
          </p:cNvPr>
          <p:cNvSpPr/>
          <p:nvPr/>
        </p:nvSpPr>
        <p:spPr>
          <a:xfrm>
            <a:off x="130845" y="2528733"/>
            <a:ext cx="906703" cy="846669"/>
          </a:xfrm>
          <a:prstGeom prst="ellipse">
            <a:avLst/>
          </a:prstGeom>
          <a:solidFill>
            <a:srgbClr val="333D2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DCEB13A-40C7-424F-4BD4-99F4D88DFF04}"/>
              </a:ext>
            </a:extLst>
          </p:cNvPr>
          <p:cNvSpPr/>
          <p:nvPr/>
        </p:nvSpPr>
        <p:spPr>
          <a:xfrm>
            <a:off x="130845" y="3568553"/>
            <a:ext cx="906703" cy="846670"/>
          </a:xfrm>
          <a:prstGeom prst="ellipse">
            <a:avLst/>
          </a:prstGeom>
          <a:solidFill>
            <a:srgbClr val="4148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A2EEF1E-1610-CAA3-1B63-98DB2EE28349}"/>
              </a:ext>
            </a:extLst>
          </p:cNvPr>
          <p:cNvSpPr txBox="1"/>
          <p:nvPr/>
        </p:nvSpPr>
        <p:spPr>
          <a:xfrm>
            <a:off x="1121830" y="2628901"/>
            <a:ext cx="13292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solidFill>
                  <a:srgbClr val="1E140B"/>
                </a:solidFill>
                <a:latin typeface="Abadi Extra Light" panose="020F0502020204030204" pitchFamily="34" charset="0"/>
              </a:rPr>
              <a:t>Colour Hex:</a:t>
            </a:r>
          </a:p>
          <a:p>
            <a:r>
              <a:rPr lang="en-CA" dirty="0">
                <a:solidFill>
                  <a:srgbClr val="1E140B"/>
                </a:solidFill>
                <a:latin typeface="Abadi Extra Light" panose="020F0502020204030204" pitchFamily="34" charset="0"/>
              </a:rPr>
              <a:t>333D29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AE6C178-1CFA-8656-F45C-937B2BBF18AC}"/>
              </a:ext>
            </a:extLst>
          </p:cNvPr>
          <p:cNvSpPr txBox="1"/>
          <p:nvPr/>
        </p:nvSpPr>
        <p:spPr>
          <a:xfrm>
            <a:off x="1121830" y="3668722"/>
            <a:ext cx="13292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solidFill>
                  <a:srgbClr val="1E140B"/>
                </a:solidFill>
                <a:latin typeface="Abadi Extra Light" panose="020F0502020204030204" pitchFamily="34" charset="0"/>
              </a:rPr>
              <a:t>Colour Hex:</a:t>
            </a:r>
          </a:p>
          <a:p>
            <a:r>
              <a:rPr lang="en-CA" dirty="0">
                <a:solidFill>
                  <a:srgbClr val="1E140B"/>
                </a:solidFill>
                <a:latin typeface="Abadi Extra Light" panose="020F0502020204030204" pitchFamily="34" charset="0"/>
              </a:rPr>
              <a:t>414833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B4DEFEEF-0255-5B1F-FB1B-185F9E2C9FB5}"/>
              </a:ext>
            </a:extLst>
          </p:cNvPr>
          <p:cNvSpPr/>
          <p:nvPr/>
        </p:nvSpPr>
        <p:spPr>
          <a:xfrm>
            <a:off x="130845" y="4608374"/>
            <a:ext cx="906703" cy="846670"/>
          </a:xfrm>
          <a:prstGeom prst="ellipse">
            <a:avLst/>
          </a:prstGeom>
          <a:solidFill>
            <a:srgbClr val="656D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CF6F21C-15DC-3E57-BA66-13BA685DDAE9}"/>
              </a:ext>
            </a:extLst>
          </p:cNvPr>
          <p:cNvSpPr txBox="1"/>
          <p:nvPr/>
        </p:nvSpPr>
        <p:spPr>
          <a:xfrm>
            <a:off x="1121830" y="4708542"/>
            <a:ext cx="13292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solidFill>
                  <a:srgbClr val="1E140B"/>
                </a:solidFill>
                <a:latin typeface="Abadi Extra Light" panose="020F0502020204030204" pitchFamily="34" charset="0"/>
              </a:rPr>
              <a:t>Colour Hex:</a:t>
            </a:r>
          </a:p>
          <a:p>
            <a:r>
              <a:rPr lang="en-CA" dirty="0">
                <a:solidFill>
                  <a:srgbClr val="1E140B"/>
                </a:solidFill>
                <a:latin typeface="Abadi Extra Light" panose="020F0502020204030204" pitchFamily="34" charset="0"/>
              </a:rPr>
              <a:t>656D4A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44976649-A8EB-08F3-30E7-EF5217F0B3E9}"/>
              </a:ext>
            </a:extLst>
          </p:cNvPr>
          <p:cNvSpPr/>
          <p:nvPr/>
        </p:nvSpPr>
        <p:spPr>
          <a:xfrm>
            <a:off x="130845" y="5646205"/>
            <a:ext cx="906703" cy="846670"/>
          </a:xfrm>
          <a:prstGeom prst="ellipse">
            <a:avLst/>
          </a:prstGeom>
          <a:solidFill>
            <a:srgbClr val="A4AC8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E5BA88E-44FF-C510-853C-6D6220CE8B88}"/>
              </a:ext>
            </a:extLst>
          </p:cNvPr>
          <p:cNvSpPr txBox="1"/>
          <p:nvPr/>
        </p:nvSpPr>
        <p:spPr>
          <a:xfrm>
            <a:off x="1121830" y="5752514"/>
            <a:ext cx="13292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solidFill>
                  <a:srgbClr val="1E140B"/>
                </a:solidFill>
                <a:latin typeface="Abadi Extra Light" panose="020F0502020204030204" pitchFamily="34" charset="0"/>
              </a:rPr>
              <a:t>Colour Hex:</a:t>
            </a:r>
          </a:p>
          <a:p>
            <a:r>
              <a:rPr lang="en-CA" dirty="0">
                <a:solidFill>
                  <a:srgbClr val="1E140B"/>
                </a:solidFill>
                <a:latin typeface="Abadi Extra Light" panose="020F0502020204030204" pitchFamily="34" charset="0"/>
              </a:rPr>
              <a:t>A4AC86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BC70B35E-F256-7E8A-E718-50805C4AB156}"/>
              </a:ext>
            </a:extLst>
          </p:cNvPr>
          <p:cNvSpPr/>
          <p:nvPr/>
        </p:nvSpPr>
        <p:spPr>
          <a:xfrm>
            <a:off x="3826547" y="1488914"/>
            <a:ext cx="906703" cy="846669"/>
          </a:xfrm>
          <a:prstGeom prst="ellipse">
            <a:avLst/>
          </a:prstGeom>
          <a:solidFill>
            <a:srgbClr val="3B291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206D27BA-8FB0-C7EF-DB81-AEE1EEFC32D5}"/>
              </a:ext>
            </a:extLst>
          </p:cNvPr>
          <p:cNvSpPr/>
          <p:nvPr/>
        </p:nvSpPr>
        <p:spPr>
          <a:xfrm>
            <a:off x="3826546" y="2528734"/>
            <a:ext cx="906703" cy="846669"/>
          </a:xfrm>
          <a:prstGeom prst="ellipse">
            <a:avLst/>
          </a:prstGeom>
          <a:solidFill>
            <a:srgbClr val="4A331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90451FD5-6A1D-DE52-46B0-97776A07C68F}"/>
              </a:ext>
            </a:extLst>
          </p:cNvPr>
          <p:cNvSpPr/>
          <p:nvPr/>
        </p:nvSpPr>
        <p:spPr>
          <a:xfrm>
            <a:off x="3826546" y="3568554"/>
            <a:ext cx="906703" cy="846669"/>
          </a:xfrm>
          <a:prstGeom prst="ellipse">
            <a:avLst/>
          </a:prstGeom>
          <a:solidFill>
            <a:srgbClr val="68482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13CA9CD2-B011-B886-AA0D-18113A667DB3}"/>
              </a:ext>
            </a:extLst>
          </p:cNvPr>
          <p:cNvSpPr/>
          <p:nvPr/>
        </p:nvSpPr>
        <p:spPr>
          <a:xfrm>
            <a:off x="3826546" y="4608374"/>
            <a:ext cx="906703" cy="846669"/>
          </a:xfrm>
          <a:prstGeom prst="ellipse">
            <a:avLst/>
          </a:prstGeom>
          <a:solidFill>
            <a:srgbClr val="845C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ED35B58C-9990-68E1-76F7-7320D6FE2CA4}"/>
              </a:ext>
            </a:extLst>
          </p:cNvPr>
          <p:cNvSpPr/>
          <p:nvPr/>
        </p:nvSpPr>
        <p:spPr>
          <a:xfrm>
            <a:off x="3826546" y="5648194"/>
            <a:ext cx="906703" cy="846669"/>
          </a:xfrm>
          <a:prstGeom prst="ellipse">
            <a:avLst/>
          </a:prstGeom>
          <a:solidFill>
            <a:srgbClr val="A68A6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7BE6F5B-7D0C-A8D5-61AB-FB5093EA2044}"/>
              </a:ext>
            </a:extLst>
          </p:cNvPr>
          <p:cNvSpPr txBox="1"/>
          <p:nvPr/>
        </p:nvSpPr>
        <p:spPr>
          <a:xfrm>
            <a:off x="4821436" y="1589082"/>
            <a:ext cx="13292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solidFill>
                  <a:srgbClr val="1E140B"/>
                </a:solidFill>
                <a:latin typeface="Abadi Extra Light" panose="020F0502020204030204" pitchFamily="34" charset="0"/>
              </a:rPr>
              <a:t>Colour Hex:</a:t>
            </a:r>
          </a:p>
          <a:p>
            <a:r>
              <a:rPr lang="en-CA" dirty="0">
                <a:solidFill>
                  <a:srgbClr val="1E140B"/>
                </a:solidFill>
                <a:latin typeface="Abadi Extra Light" panose="020F0502020204030204" pitchFamily="34" charset="0"/>
              </a:rPr>
              <a:t>3B2916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C0E2F09-C4C6-B8E8-5011-5727F6525B92}"/>
              </a:ext>
            </a:extLst>
          </p:cNvPr>
          <p:cNvSpPr txBox="1"/>
          <p:nvPr/>
        </p:nvSpPr>
        <p:spPr>
          <a:xfrm>
            <a:off x="4821436" y="2628901"/>
            <a:ext cx="13292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solidFill>
                  <a:srgbClr val="1E140B"/>
                </a:solidFill>
                <a:latin typeface="Abadi Extra Light" panose="020F0502020204030204" pitchFamily="34" charset="0"/>
              </a:rPr>
              <a:t>Colour Hex:</a:t>
            </a:r>
          </a:p>
          <a:p>
            <a:r>
              <a:rPr lang="en-CA" dirty="0">
                <a:solidFill>
                  <a:srgbClr val="1E140B"/>
                </a:solidFill>
                <a:latin typeface="Abadi Extra Light" panose="020F0502020204030204" pitchFamily="34" charset="0"/>
              </a:rPr>
              <a:t>4A331C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D7DA51C-88BC-8698-6081-85303259CAA8}"/>
              </a:ext>
            </a:extLst>
          </p:cNvPr>
          <p:cNvSpPr txBox="1"/>
          <p:nvPr/>
        </p:nvSpPr>
        <p:spPr>
          <a:xfrm>
            <a:off x="4821436" y="3668720"/>
            <a:ext cx="13292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solidFill>
                  <a:srgbClr val="1E140B"/>
                </a:solidFill>
                <a:latin typeface="Abadi Extra Light" panose="020F0502020204030204" pitchFamily="34" charset="0"/>
              </a:rPr>
              <a:t>Colour Hex:</a:t>
            </a:r>
          </a:p>
          <a:p>
            <a:r>
              <a:rPr lang="en-CA" dirty="0">
                <a:solidFill>
                  <a:srgbClr val="1E140B"/>
                </a:solidFill>
                <a:latin typeface="Abadi Extra Light" panose="020F0502020204030204" pitchFamily="34" charset="0"/>
              </a:rPr>
              <a:t>684827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B745F9E-9322-AE5D-B65F-051FC41D7207}"/>
              </a:ext>
            </a:extLst>
          </p:cNvPr>
          <p:cNvSpPr txBox="1"/>
          <p:nvPr/>
        </p:nvSpPr>
        <p:spPr>
          <a:xfrm>
            <a:off x="4821436" y="4708539"/>
            <a:ext cx="13292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solidFill>
                  <a:srgbClr val="1E140B"/>
                </a:solidFill>
                <a:latin typeface="Abadi Extra Light" panose="020F0502020204030204" pitchFamily="34" charset="0"/>
              </a:rPr>
              <a:t>Colour Hex:</a:t>
            </a:r>
          </a:p>
          <a:p>
            <a:r>
              <a:rPr lang="en-CA" dirty="0">
                <a:solidFill>
                  <a:srgbClr val="1E140B"/>
                </a:solidFill>
                <a:latin typeface="Abadi Extra Light" panose="020F0502020204030204" pitchFamily="34" charset="0"/>
              </a:rPr>
              <a:t>845C33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292C354-ABDC-DCC8-9B2A-ABB6CDF70401}"/>
              </a:ext>
            </a:extLst>
          </p:cNvPr>
          <p:cNvSpPr txBox="1"/>
          <p:nvPr/>
        </p:nvSpPr>
        <p:spPr>
          <a:xfrm>
            <a:off x="4821436" y="5746374"/>
            <a:ext cx="13292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solidFill>
                  <a:srgbClr val="1E140B"/>
                </a:solidFill>
                <a:latin typeface="Abadi Extra Light" panose="020F0502020204030204" pitchFamily="34" charset="0"/>
              </a:rPr>
              <a:t>Colour Hex:</a:t>
            </a:r>
          </a:p>
          <a:p>
            <a:r>
              <a:rPr lang="en-CA" dirty="0">
                <a:solidFill>
                  <a:srgbClr val="1E140B"/>
                </a:solidFill>
                <a:latin typeface="Abadi Extra Light" panose="020F0502020204030204" pitchFamily="34" charset="0"/>
              </a:rPr>
              <a:t>A68A64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F5C33403-5970-FFD1-18FE-7C4896613F54}"/>
              </a:ext>
            </a:extLst>
          </p:cNvPr>
          <p:cNvSpPr/>
          <p:nvPr/>
        </p:nvSpPr>
        <p:spPr>
          <a:xfrm>
            <a:off x="7845548" y="1912248"/>
            <a:ext cx="906703" cy="846669"/>
          </a:xfrm>
          <a:prstGeom prst="ellipse">
            <a:avLst/>
          </a:prstGeom>
          <a:solidFill>
            <a:srgbClr val="1E140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A700CCD-1AB4-6B17-7C9A-88AB41CF2D4A}"/>
              </a:ext>
            </a:extLst>
          </p:cNvPr>
          <p:cNvSpPr txBox="1"/>
          <p:nvPr/>
        </p:nvSpPr>
        <p:spPr>
          <a:xfrm>
            <a:off x="8871987" y="2057393"/>
            <a:ext cx="13292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solidFill>
                  <a:srgbClr val="1E140B"/>
                </a:solidFill>
                <a:latin typeface="Abadi Extra Light" panose="020F0502020204030204" pitchFamily="34" charset="0"/>
              </a:rPr>
              <a:t>Colour Hex:</a:t>
            </a:r>
          </a:p>
          <a:p>
            <a:r>
              <a:rPr lang="en-CA" dirty="0">
                <a:solidFill>
                  <a:srgbClr val="1E140B"/>
                </a:solidFill>
                <a:latin typeface="Abadi Extra Light" panose="020F0502020204030204" pitchFamily="34" charset="0"/>
              </a:rPr>
              <a:t>1E140B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16D8B00-7FEA-6CB7-09A2-D75FF1E85909}"/>
              </a:ext>
            </a:extLst>
          </p:cNvPr>
          <p:cNvSpPr txBox="1"/>
          <p:nvPr/>
        </p:nvSpPr>
        <p:spPr>
          <a:xfrm>
            <a:off x="7807976" y="1506022"/>
            <a:ext cx="23932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latin typeface="Abadi Extra Light" panose="020F0502020204030204" pitchFamily="34" charset="0"/>
              </a:rPr>
              <a:t>Font/Border Default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B4F8FE8-3187-9DF3-7C79-C75898FBBDBC}"/>
              </a:ext>
            </a:extLst>
          </p:cNvPr>
          <p:cNvSpPr txBox="1"/>
          <p:nvPr/>
        </p:nvSpPr>
        <p:spPr>
          <a:xfrm>
            <a:off x="7807976" y="3199221"/>
            <a:ext cx="23932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latin typeface="Abadi Extra Light" panose="020F0502020204030204" pitchFamily="34" charset="0"/>
              </a:rPr>
              <a:t>Light Contrast</a:t>
            </a: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DB0624EA-EFF9-4BB4-5185-22D212F04FF5}"/>
              </a:ext>
            </a:extLst>
          </p:cNvPr>
          <p:cNvSpPr/>
          <p:nvPr/>
        </p:nvSpPr>
        <p:spPr>
          <a:xfrm>
            <a:off x="7807976" y="3659449"/>
            <a:ext cx="906703" cy="846669"/>
          </a:xfrm>
          <a:prstGeom prst="ellipse">
            <a:avLst/>
          </a:prstGeom>
          <a:solidFill>
            <a:srgbClr val="C2C5A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0CE5D91C-9A19-F8F2-F2DC-6C02FC58702E}"/>
              </a:ext>
            </a:extLst>
          </p:cNvPr>
          <p:cNvSpPr/>
          <p:nvPr/>
        </p:nvSpPr>
        <p:spPr>
          <a:xfrm>
            <a:off x="7807976" y="4704162"/>
            <a:ext cx="906703" cy="846669"/>
          </a:xfrm>
          <a:prstGeom prst="ellipse">
            <a:avLst/>
          </a:prstGeom>
          <a:solidFill>
            <a:srgbClr val="B6AD9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CCE513E-13F6-4FA5-6389-BAF569B831DF}"/>
              </a:ext>
            </a:extLst>
          </p:cNvPr>
          <p:cNvSpPr txBox="1"/>
          <p:nvPr/>
        </p:nvSpPr>
        <p:spPr>
          <a:xfrm>
            <a:off x="8871987" y="3754450"/>
            <a:ext cx="13292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solidFill>
                  <a:srgbClr val="1E140B"/>
                </a:solidFill>
                <a:latin typeface="Abadi Extra Light" panose="020F0502020204030204" pitchFamily="34" charset="0"/>
              </a:rPr>
              <a:t>Colour Hex:</a:t>
            </a:r>
          </a:p>
          <a:p>
            <a:r>
              <a:rPr lang="en-CA" dirty="0">
                <a:solidFill>
                  <a:srgbClr val="1E140B"/>
                </a:solidFill>
                <a:latin typeface="Abadi Extra Light" panose="020F0502020204030204" pitchFamily="34" charset="0"/>
              </a:rPr>
              <a:t>C2C5AA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4D18ED3-C11D-C86D-624B-FE7C29DEE244}"/>
              </a:ext>
            </a:extLst>
          </p:cNvPr>
          <p:cNvSpPr txBox="1"/>
          <p:nvPr/>
        </p:nvSpPr>
        <p:spPr>
          <a:xfrm>
            <a:off x="8871987" y="4808712"/>
            <a:ext cx="13292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solidFill>
                  <a:srgbClr val="1E140B"/>
                </a:solidFill>
                <a:latin typeface="Abadi Extra Light" panose="020F0502020204030204" pitchFamily="34" charset="0"/>
              </a:rPr>
              <a:t>Colour Hex:</a:t>
            </a:r>
          </a:p>
          <a:p>
            <a:r>
              <a:rPr lang="en-CA" dirty="0">
                <a:solidFill>
                  <a:srgbClr val="1E140B"/>
                </a:solidFill>
                <a:latin typeface="Abadi Extra Light" panose="020F0502020204030204" pitchFamily="34" charset="0"/>
              </a:rPr>
              <a:t>B6AD90</a:t>
            </a:r>
          </a:p>
        </p:txBody>
      </p:sp>
    </p:spTree>
    <p:extLst>
      <p:ext uri="{BB962C8B-B14F-4D97-AF65-F5344CB8AC3E}">
        <p14:creationId xmlns:p14="http://schemas.microsoft.com/office/powerpoint/2010/main" val="1620050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9DE2B3-EB73-3E7D-CBAD-7F1A410E7F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>
            <a:normAutofit/>
          </a:bodyPr>
          <a:lstStyle/>
          <a:p>
            <a:r>
              <a:rPr lang="en-CA" sz="5400" dirty="0">
                <a:solidFill>
                  <a:srgbClr val="1E140B"/>
                </a:solidFill>
              </a:rPr>
              <a:t>Fonts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29AA13-AF68-D02E-93F7-793629BF04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42223" y="987425"/>
            <a:ext cx="6172200" cy="64640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CA" sz="2800" dirty="0"/>
              <a:t>		</a:t>
            </a:r>
            <a:r>
              <a:rPr lang="en-CA" sz="2800" dirty="0">
                <a:solidFill>
                  <a:srgbClr val="1E140B"/>
                </a:solidFill>
              </a:rPr>
              <a:t>Font Examples</a:t>
            </a:r>
          </a:p>
          <a:p>
            <a:pPr marL="0" indent="0">
              <a:buNone/>
            </a:pPr>
            <a:endParaRPr lang="en-CA" sz="28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6545AE-99DB-0EBD-816E-D919EEC84809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CA" dirty="0">
                <a:solidFill>
                  <a:srgbClr val="1E140B"/>
                </a:solidFill>
              </a:rPr>
              <a:t>Title Font – </a:t>
            </a:r>
            <a:r>
              <a:rPr lang="en-CA" dirty="0" err="1">
                <a:solidFill>
                  <a:srgbClr val="1E140B"/>
                </a:solidFill>
              </a:rPr>
              <a:t>Transcity</a:t>
            </a:r>
            <a:r>
              <a:rPr lang="en-CA" dirty="0">
                <a:solidFill>
                  <a:srgbClr val="1E140B"/>
                </a:solidFill>
              </a:rPr>
              <a:t> Regular</a:t>
            </a:r>
          </a:p>
          <a:p>
            <a:endParaRPr lang="en-CA" dirty="0">
              <a:solidFill>
                <a:srgbClr val="1E140B"/>
              </a:solidFill>
            </a:endParaRPr>
          </a:p>
          <a:p>
            <a:r>
              <a:rPr lang="en-CA" dirty="0">
                <a:solidFill>
                  <a:srgbClr val="1E140B"/>
                </a:solidFill>
              </a:rPr>
              <a:t>Headings – </a:t>
            </a:r>
            <a:r>
              <a:rPr lang="en-CA" dirty="0" err="1">
                <a:solidFill>
                  <a:srgbClr val="1E140B"/>
                </a:solidFill>
              </a:rPr>
              <a:t>Kugile</a:t>
            </a:r>
            <a:r>
              <a:rPr lang="en-CA" dirty="0">
                <a:solidFill>
                  <a:srgbClr val="1E140B"/>
                </a:solidFill>
              </a:rPr>
              <a:t> Regular</a:t>
            </a:r>
          </a:p>
          <a:p>
            <a:endParaRPr lang="en-CA" dirty="0">
              <a:solidFill>
                <a:srgbClr val="1E140B"/>
              </a:solidFill>
            </a:endParaRPr>
          </a:p>
          <a:p>
            <a:r>
              <a:rPr lang="en-CA" dirty="0">
                <a:solidFill>
                  <a:srgbClr val="1E140B"/>
                </a:solidFill>
              </a:rPr>
              <a:t>Default – Oliver Regular</a:t>
            </a:r>
          </a:p>
          <a:p>
            <a:endParaRPr lang="en-CA" dirty="0">
              <a:solidFill>
                <a:srgbClr val="1E140B"/>
              </a:solidFill>
            </a:endParaRPr>
          </a:p>
          <a:p>
            <a:r>
              <a:rPr lang="en-CA" dirty="0">
                <a:solidFill>
                  <a:srgbClr val="1E140B"/>
                </a:solidFill>
              </a:rPr>
              <a:t>Quotes – Oliver Italics</a:t>
            </a:r>
          </a:p>
          <a:p>
            <a:endParaRPr lang="en-CA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B87B371-9280-4593-305F-9066D82588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3296" y="1633829"/>
            <a:ext cx="7070054" cy="4426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95980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D0DEB-DF8E-CFCF-21CC-7539C05F7C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52741"/>
            <a:ext cx="10515600" cy="1325563"/>
          </a:xfrm>
        </p:spPr>
        <p:txBody>
          <a:bodyPr/>
          <a:lstStyle/>
          <a:p>
            <a:r>
              <a:rPr lang="en-CA" dirty="0">
                <a:solidFill>
                  <a:srgbClr val="1E140B"/>
                </a:solidFill>
              </a:rPr>
              <a:t>Icons + Buttons</a:t>
            </a:r>
          </a:p>
        </p:txBody>
      </p:sp>
      <p:pic>
        <p:nvPicPr>
          <p:cNvPr id="10" name="Content Placeholder 9" descr="Settings outline">
            <a:extLst>
              <a:ext uri="{FF2B5EF4-FFF2-40B4-BE49-F238E27FC236}">
                <a16:creationId xmlns:a16="http://schemas.microsoft.com/office/drawing/2014/main" id="{B21FAA39-0529-B946-F737-78752F47E885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4218" y="2253904"/>
            <a:ext cx="1325564" cy="1325564"/>
          </a:xfrm>
        </p:spPr>
      </p:pic>
      <p:pic>
        <p:nvPicPr>
          <p:cNvPr id="12" name="Picture 11" descr="A white x in a black square&#10;&#10;AI-generated content may be incorrect.">
            <a:extLst>
              <a:ext uri="{FF2B5EF4-FFF2-40B4-BE49-F238E27FC236}">
                <a16:creationId xmlns:a16="http://schemas.microsoft.com/office/drawing/2014/main" id="{6C416A96-4208-4E4E-6CB2-6F849B92324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8943" y="4120429"/>
            <a:ext cx="2504181" cy="1829226"/>
          </a:xfrm>
          <a:prstGeom prst="rect">
            <a:avLst/>
          </a:prstGeom>
        </p:spPr>
      </p:pic>
      <p:pic>
        <p:nvPicPr>
          <p:cNvPr id="14" name="Picture 13" descr="A white square logo with a black background&#10;&#10;AI-generated content may be incorrect.">
            <a:extLst>
              <a:ext uri="{FF2B5EF4-FFF2-40B4-BE49-F238E27FC236}">
                <a16:creationId xmlns:a16="http://schemas.microsoft.com/office/drawing/2014/main" id="{C4E7A889-C3FB-7DA0-AFA4-907D6D9FF2A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8704" y="2234359"/>
            <a:ext cx="1364657" cy="1364657"/>
          </a:xfrm>
          <a:prstGeom prst="rect">
            <a:avLst/>
          </a:prstGeom>
        </p:spPr>
      </p:pic>
      <p:pic>
        <p:nvPicPr>
          <p:cNvPr id="1026" name="Picture 2" descr="Add symbol - Free ui icons">
            <a:extLst>
              <a:ext uri="{FF2B5EF4-FFF2-40B4-BE49-F238E27FC236}">
                <a16:creationId xmlns:a16="http://schemas.microsoft.com/office/drawing/2014/main" id="{06B6D0C5-1A5A-09AD-5347-F7B633FCDD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64093" y="4207766"/>
            <a:ext cx="1654552" cy="16545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Facebook - Free social icons">
            <a:extLst>
              <a:ext uri="{FF2B5EF4-FFF2-40B4-BE49-F238E27FC236}">
                <a16:creationId xmlns:a16="http://schemas.microsoft.com/office/drawing/2014/main" id="{70DCF826-3ACB-A9BD-A7A8-981EC525A1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6914" y="2234358"/>
            <a:ext cx="1364657" cy="1364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circle heart&quot; Icon - Download for free – Iconduck">
            <a:extLst>
              <a:ext uri="{FF2B5EF4-FFF2-40B4-BE49-F238E27FC236}">
                <a16:creationId xmlns:a16="http://schemas.microsoft.com/office/drawing/2014/main" id="{C21067FA-7FCD-CF25-5AB0-EC1E82B234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4218" y="4372260"/>
            <a:ext cx="1325564" cy="1325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B6589D38-7E93-31C3-02F8-BE4C8FC8BF73}"/>
              </a:ext>
            </a:extLst>
          </p:cNvPr>
          <p:cNvSpPr/>
          <p:nvPr/>
        </p:nvSpPr>
        <p:spPr>
          <a:xfrm>
            <a:off x="8852080" y="1289914"/>
            <a:ext cx="1979271" cy="801547"/>
          </a:xfrm>
          <a:prstGeom prst="roundRect">
            <a:avLst/>
          </a:prstGeom>
          <a:solidFill>
            <a:srgbClr val="A68A64"/>
          </a:solidFill>
          <a:ln>
            <a:solidFill>
              <a:srgbClr val="1E140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>
                <a:solidFill>
                  <a:srgbClr val="1E140B"/>
                </a:solidFill>
              </a:rPr>
              <a:t>Button 1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67FB7CDE-9BFC-A045-60A9-F6C4485E025D}"/>
              </a:ext>
            </a:extLst>
          </p:cNvPr>
          <p:cNvSpPr/>
          <p:nvPr/>
        </p:nvSpPr>
        <p:spPr>
          <a:xfrm>
            <a:off x="8852080" y="2628634"/>
            <a:ext cx="1979271" cy="801547"/>
          </a:xfrm>
          <a:prstGeom prst="roundRect">
            <a:avLst/>
          </a:prstGeom>
          <a:solidFill>
            <a:srgbClr val="414833"/>
          </a:solidFill>
          <a:ln>
            <a:solidFill>
              <a:srgbClr val="29312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>
                <a:solidFill>
                  <a:srgbClr val="C2C5AA"/>
                </a:solidFill>
              </a:rPr>
              <a:t>Button 2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C2DA2CF2-8631-8460-2B35-D21CEAC5BD22}"/>
              </a:ext>
            </a:extLst>
          </p:cNvPr>
          <p:cNvSpPr/>
          <p:nvPr/>
        </p:nvSpPr>
        <p:spPr>
          <a:xfrm>
            <a:off x="8852080" y="3964993"/>
            <a:ext cx="1979271" cy="801547"/>
          </a:xfrm>
          <a:prstGeom prst="roundRect">
            <a:avLst/>
          </a:prstGeom>
          <a:solidFill>
            <a:srgbClr val="A4AC86"/>
          </a:solidFill>
          <a:ln>
            <a:solidFill>
              <a:srgbClr val="333D2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>
                <a:solidFill>
                  <a:srgbClr val="1E140B"/>
                </a:solidFill>
              </a:rPr>
              <a:t>Button 3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DB1CCEF8-CEFD-4BC8-1A43-84963AE7E2A7}"/>
              </a:ext>
            </a:extLst>
          </p:cNvPr>
          <p:cNvSpPr/>
          <p:nvPr/>
        </p:nvSpPr>
        <p:spPr>
          <a:xfrm>
            <a:off x="8852079" y="5301352"/>
            <a:ext cx="1979271" cy="801547"/>
          </a:xfrm>
          <a:prstGeom prst="roundRect">
            <a:avLst/>
          </a:prstGeom>
          <a:solidFill>
            <a:srgbClr val="3B2916"/>
          </a:solidFill>
          <a:ln>
            <a:solidFill>
              <a:srgbClr val="1E140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>
                <a:solidFill>
                  <a:srgbClr val="B6AD90"/>
                </a:solidFill>
              </a:rPr>
              <a:t>Button 4</a:t>
            </a:r>
          </a:p>
        </p:txBody>
      </p:sp>
    </p:spTree>
    <p:extLst>
      <p:ext uri="{BB962C8B-B14F-4D97-AF65-F5344CB8AC3E}">
        <p14:creationId xmlns:p14="http://schemas.microsoft.com/office/powerpoint/2010/main" val="19958801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115</TotalTime>
  <Words>105</Words>
  <Application>Microsoft Office PowerPoint</Application>
  <PresentationFormat>Widescreen</PresentationFormat>
  <Paragraphs>47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Abadi Extra Light</vt:lpstr>
      <vt:lpstr>Aptos</vt:lpstr>
      <vt:lpstr>Aptos Display</vt:lpstr>
      <vt:lpstr>Arial</vt:lpstr>
      <vt:lpstr>Office Theme</vt:lpstr>
      <vt:lpstr>Bookaneers Style Guide</vt:lpstr>
      <vt:lpstr>Colour Palette</vt:lpstr>
      <vt:lpstr>Fonts</vt:lpstr>
      <vt:lpstr>Icons + Buttons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Cheyenne Hunsley</dc:creator>
  <cp:lastModifiedBy>Cheyenne Hunsley</cp:lastModifiedBy>
  <cp:revision>2</cp:revision>
  <dcterms:created xsi:type="dcterms:W3CDTF">2025-06-15T21:54:14Z</dcterms:created>
  <dcterms:modified xsi:type="dcterms:W3CDTF">2025-07-17T04:43:58Z</dcterms:modified>
</cp:coreProperties>
</file>